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78cf608ecd44f1" /><Relationship Type="http://schemas.openxmlformats.org/officeDocument/2006/relationships/extended-properties" Target="/docProps/app.xml" Id="R41f4de944ad64fe0" /><Relationship Type="http://schemas.openxmlformats.org/officeDocument/2006/relationships/officeDocument" Target="/ppt/presentation.xml" Id="R120fefc78b5146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8ebcc9f0344fe8"/>
  </p:sldMasterIdLst>
  <p:notesMasterIdLst>
    <p:notesMasterId xmlns:r="http://schemas.openxmlformats.org/officeDocument/2006/relationships" r:id="R8e30375b9e234d1b"/>
  </p:notesMasterIdLst>
  <p:sldIdLst>
    <p:sldId xmlns:r="http://schemas.openxmlformats.org/officeDocument/2006/relationships" id="256" r:id="R7c4961b4f63f4e6e"/>
    <p:sldId xmlns:r="http://schemas.openxmlformats.org/officeDocument/2006/relationships" id="257" r:id="Rf5ce811ec0df474d"/>
    <p:sldId xmlns:r="http://schemas.openxmlformats.org/officeDocument/2006/relationships" id="258" r:id="R5899d43e4c5a4733"/>
    <p:sldId xmlns:r="http://schemas.openxmlformats.org/officeDocument/2006/relationships" id="259" r:id="R0377b2f8bc914cbe"/>
    <p:sldId xmlns:r="http://schemas.openxmlformats.org/officeDocument/2006/relationships" id="260" r:id="R531ff4ee6c624b90"/>
    <p:sldId xmlns:r="http://schemas.openxmlformats.org/officeDocument/2006/relationships" id="261" r:id="Rd4d5f5db458e4e80"/>
    <p:sldId xmlns:r="http://schemas.openxmlformats.org/officeDocument/2006/relationships" id="262" r:id="R21b08880daf74819"/>
    <p:sldId xmlns:r="http://schemas.openxmlformats.org/officeDocument/2006/relationships" id="263" r:id="Rabe86953bb554f43"/>
    <p:sldId xmlns:r="http://schemas.openxmlformats.org/officeDocument/2006/relationships" id="264" r:id="R00ac5edfaba64f2b"/>
    <p:sldId xmlns:r="http://schemas.openxmlformats.org/officeDocument/2006/relationships" id="265" r:id="R0efacd7c86074c3e"/>
    <p:sldId xmlns:r="http://schemas.openxmlformats.org/officeDocument/2006/relationships" id="266" r:id="R104b2a9b881443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d5855e446d847fc" /><Relationship Type="http://schemas.openxmlformats.org/officeDocument/2006/relationships/slideMaster" Target="/ppt/slideMasters/slideMaster1.xml" Id="R898ebcc9f0344fe8" /><Relationship Type="http://schemas.openxmlformats.org/officeDocument/2006/relationships/notesMaster" Target="/ppt/notesMasters/notesMaster1.xml" Id="R8e30375b9e234d1b" /><Relationship Type="http://schemas.openxmlformats.org/officeDocument/2006/relationships/presProps" Target="/ppt/presProps.xml" Id="Rb5ed21b95bab4f37" /><Relationship Type="http://schemas.openxmlformats.org/officeDocument/2006/relationships/tableStyles" Target="/ppt/tableStyles.xml" Id="R2ef0ec642fd74e29" /><Relationship Type="http://schemas.openxmlformats.org/officeDocument/2006/relationships/slide" Target="/ppt/slides/slide1.xml" Id="R7c4961b4f63f4e6e" /><Relationship Type="http://schemas.openxmlformats.org/officeDocument/2006/relationships/slide" Target="/ppt/slides/slide2.xml" Id="Rf5ce811ec0df474d" /><Relationship Type="http://schemas.openxmlformats.org/officeDocument/2006/relationships/slide" Target="/ppt/slides/slide3.xml" Id="R5899d43e4c5a4733" /><Relationship Type="http://schemas.openxmlformats.org/officeDocument/2006/relationships/slide" Target="/ppt/slides/slide4.xml" Id="R0377b2f8bc914cbe" /><Relationship Type="http://schemas.openxmlformats.org/officeDocument/2006/relationships/slide" Target="/ppt/slides/slide5.xml" Id="R531ff4ee6c624b90" /><Relationship Type="http://schemas.openxmlformats.org/officeDocument/2006/relationships/slide" Target="/ppt/slides/slide6.xml" Id="Rd4d5f5db458e4e80" /><Relationship Type="http://schemas.openxmlformats.org/officeDocument/2006/relationships/slide" Target="/ppt/slides/slide7.xml" Id="R21b08880daf74819" /><Relationship Type="http://schemas.openxmlformats.org/officeDocument/2006/relationships/slide" Target="/ppt/slides/slide8.xml" Id="Rabe86953bb554f43" /><Relationship Type="http://schemas.openxmlformats.org/officeDocument/2006/relationships/slide" Target="/ppt/slides/slide9.xml" Id="R00ac5edfaba64f2b" /><Relationship Type="http://schemas.openxmlformats.org/officeDocument/2006/relationships/slide" Target="/ppt/slides/slide10.xml" Id="R0efacd7c86074c3e" /><Relationship Type="http://schemas.openxmlformats.org/officeDocument/2006/relationships/slide" Target="/ppt/slides/slide11.xml" Id="R104b2a9b881443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9c899b300e4bb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dddf6329964795" /><Relationship Type="http://schemas.openxmlformats.org/officeDocument/2006/relationships/notesMaster" Target="/ppt/notesMasters/notesMaster1.xml" Id="R189a4f295752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ade0a718fb4d48" /><Relationship Type="http://schemas.openxmlformats.org/officeDocument/2006/relationships/notesMaster" Target="/ppt/notesMasters/notesMaster1.xml" Id="R9f50c181d5b84b1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031205985b4a2a" /><Relationship Type="http://schemas.openxmlformats.org/officeDocument/2006/relationships/notesMaster" Target="/ppt/notesMasters/notesMaster1.xml" Id="R6b6b60358cae4d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a914695ab9405b" /><Relationship Type="http://schemas.openxmlformats.org/officeDocument/2006/relationships/notesMaster" Target="/ppt/notesMasters/notesMaster1.xml" Id="Rf04692981a284a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f009aa82214870" /><Relationship Type="http://schemas.openxmlformats.org/officeDocument/2006/relationships/notesMaster" Target="/ppt/notesMasters/notesMaster1.xml" Id="R4ab4718d2cfe4f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fcb3265b654dc6" /><Relationship Type="http://schemas.openxmlformats.org/officeDocument/2006/relationships/notesMaster" Target="/ppt/notesMasters/notesMaster1.xml" Id="Re7953f34b9a64b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ba1e5d9fc041fb" /><Relationship Type="http://schemas.openxmlformats.org/officeDocument/2006/relationships/notesMaster" Target="/ppt/notesMasters/notesMaster1.xml" Id="R05e81fd0d83c44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e04efdef7b4e29" /><Relationship Type="http://schemas.openxmlformats.org/officeDocument/2006/relationships/notesMaster" Target="/ppt/notesMasters/notesMaster1.xml" Id="R79f0b8a38b114f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b05c1f8fc34cd9" /><Relationship Type="http://schemas.openxmlformats.org/officeDocument/2006/relationships/notesMaster" Target="/ppt/notesMasters/notesMaster1.xml" Id="R1df9ae84df964df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19115c15314750" /><Relationship Type="http://schemas.openxmlformats.org/officeDocument/2006/relationships/notesMaster" Target="/ppt/notesMasters/notesMaster1.xml" Id="R6b721ac5e0014b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0f1521247e43db" /><Relationship Type="http://schemas.openxmlformats.org/officeDocument/2006/relationships/notesMaster" Target="/ppt/notesMasters/notesMaster1.xml" Id="R1845077eff7f44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Ensemble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>문서 1절. 요구하는 제품 행동과 관찰한 구현 상태를 지속적으로 연결하는 제품 방향.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01 / Concept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02 / Model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03 / State comparison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>표의 모든 상태는 설명용 예시다. Δ는 개념 표기이며 실제 계산 규칙은 미정이다.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04 / Requirement detail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>문서 4절의 가상 예시. 실제 저장소의 파일이나 검증 결과가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05 / Execution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06 / Status semantics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>상태 차원의 분리는 문서화 과정에서 추가한 설계 제안이다. 최종 enum과 전이 규칙은 미정이다.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07 / Execution environment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08 / MVP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>문서 7절. 근거 버전과 코드 revision, 환경 기록은 추가 설계 제안이다.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09 / Extensions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docs/structured-product-state.md, 10 / Next decisions 관련 내용. 원대화: chatgpt-conversation://6ab0f074-46f8-83ee-b07a-25d08ee393ad</a:t>
            </a:r>
          </a:p>
          <a:p xmlns:a="http://schemas.openxmlformats.org/drawingml/2006/main">
            <a:r>
              <a:t>제품 개념 제안이며 구현 결과를 뜻하지 않는다.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1f5039f67846f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23ced21e15426e" /><Relationship Type="http://schemas.openxmlformats.org/officeDocument/2006/relationships/slideLayout" Target="/ppt/slideLayouts/slideLayout1.xml" Id="R85fa4bcb3c9648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a4bcb3c9648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9a3d1baf4ec3" /><Relationship Type="http://schemas.openxmlformats.org/officeDocument/2006/relationships/notesSlide" Target="/ppt/notesSlides/notesSlide1.xml" Id="R9deccba4eb894c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1e4606fdc54a5f" /><Relationship Type="http://schemas.openxmlformats.org/officeDocument/2006/relationships/notesSlide" Target="/ppt/notesSlides/notesSlide2.xml" Id="R42f2e5a86b52498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a9a999f58b4a52" /><Relationship Type="http://schemas.openxmlformats.org/officeDocument/2006/relationships/notesSlide" Target="/ppt/notesSlides/notesSlide3.xml" Id="Rf9f8d1dad80c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82a8bdb8b45d7" /><Relationship Type="http://schemas.openxmlformats.org/officeDocument/2006/relationships/notesSlide" Target="/ppt/notesSlides/notesSlide4.xml" Id="R2a9d7599d626470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288fd0ed043d5" /><Relationship Type="http://schemas.openxmlformats.org/officeDocument/2006/relationships/notesSlide" Target="/ppt/notesSlides/notesSlide5.xml" Id="R84cd7dbc38b246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e03deae3a40ed" /><Relationship Type="http://schemas.openxmlformats.org/officeDocument/2006/relationships/notesSlide" Target="/ppt/notesSlides/notesSlide6.xml" Id="R10cc783ff2944f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a95377b11449d" /><Relationship Type="http://schemas.openxmlformats.org/officeDocument/2006/relationships/notesSlide" Target="/ppt/notesSlides/notesSlide7.xml" Id="R3d04e4d4ff1e4f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f30b58937a488d" /><Relationship Type="http://schemas.openxmlformats.org/officeDocument/2006/relationships/notesSlide" Target="/ppt/notesSlides/notesSlide8.xml" Id="R90f33c8f420941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c56cf6670e4156" /><Relationship Type="http://schemas.openxmlformats.org/officeDocument/2006/relationships/notesSlide" Target="/ppt/notesSlides/notesSlide9.xml" Id="R0ee8a6e60b454c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b6997b0f44f06" /><Relationship Type="http://schemas.openxmlformats.org/officeDocument/2006/relationships/notesSlide" Target="/ppt/notesSlides/notesSlide10.xml" Id="R88b119e4a2c147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93ca2d6554b28" /><Relationship Type="http://schemas.openxmlformats.org/officeDocument/2006/relationships/notesSlide" Target="/ppt/notesSlides/notesSlide11.xml" Id="R9492d1a855274d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0F3A7-E97E-4F3E-ACDB-CE7F148D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ENSEMBLE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A6435-67DA-41A6-83EA-2B480AB5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Structured</a:t>
            </a:r>
          </a:p>
          <a:p xmlns:a="http://schemas.openxmlformats.org/drawingml/2006/main">
            <a:pPr>
              <a:defRPr sz="5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Product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0D89EA-CDDA-4C89-8A29-F8C81C7C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4D0E6-7213-4FD3-98D2-EDEF0627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9810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요구사항과 실제 제품 사이의</a:t>
            </a:r>
          </a:p>
          <a:p xmlns:a="http://schemas.openxmlformats.org/drawingml/2006/main">
            <a:pPr>
              <a:defRPr sz="27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차이를 관리하는 상태 모델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5D14E-84FA-49CF-91BB-E33A1E04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제품 개념 제안 · 2026.09</a:t>
            </a:r>
          </a:p>
        </p:txBody>
      </p:sp>
    </p:spTree>
    <p:extLst>
      <p:ext uri="{BB962C8B-B14F-4D97-AF65-F5344CB8AC3E}">
        <p14:creationId xmlns:p14="http://schemas.microsoft.com/office/powerpoint/2010/main" val="6995315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AC84E-5431-47C0-8705-F11907CA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01 / CONCEPT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AC358E-2F99-4FCA-A916-4132012D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제품 상태를 확인하는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0914F-8531-4722-AB9F-FB1C02A5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D8ED4-BFC0-4596-8B00-FE6F6D8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요구사항이 실제로 충족되었는가?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FDC93-80D7-4B7B-8375-2A2AB8AD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PRD와 코드, 실행 화면이 따로 있으면</a:t>
            </a:r>
          </a:p>
          <a:p xmlns:a="http://schemas.openxmlformats.org/drawingml/2006/main">
            <a:pPr>
              <a:defRPr sz="2400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완료 여부와 남은 작업을 판단하기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D3898-9776-440B-8625-4B1C3DA6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Ensemble은 요구사항마다 구현과 검증 근거를 연결하고,</a:t>
            </a:r>
          </a:p>
          <a:p xmlns:a="http://schemas.openxmlformats.org/drawingml/2006/main">
            <a:pPr>
              <a:defRPr sz="2175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Agent가 확인된 차이를 해소하도록 한다.</a:t>
            </a:r>
          </a:p>
        </p:txBody>
      </p:sp>
    </p:spTree>
    <p:extLst>
      <p:ext uri="{BB962C8B-B14F-4D97-AF65-F5344CB8AC3E}">
        <p14:creationId xmlns:p14="http://schemas.microsoft.com/office/powerpoint/2010/main" val="1795585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34094-4388-4049-8B5E-C0E5ED68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02 /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87374-540D-4072-8DA5-77E7006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Product State의 5개 계층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AEBC3-AB2B-4966-B162-A65407E05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143375"/>
                <a:gridCol w="41529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계층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연결할 정보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Intent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무엇을 만들려는가?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문제와 기대 결과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Spec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어떻게 동작해야 하는가?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요구사항, 흐름, 인수 조건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Implementation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무엇이 구현되어 있는가?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파일, API, 데이터 모델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어떤 근거로 확인했는가?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테스트, 브라우저 관찰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Artifact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사용자가 무엇을 경험하는가?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화면과 실행 애플리케이션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585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B7A99-CDFC-44C5-A24D-B43F362E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03 / STATE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E0D145-1DDD-4EC7-806C-BF8D1602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Desired와 Actual의 차이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5E07A9-E119-444E-B22C-45D9175C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476375"/>
                <a:gridCol w="3143250"/>
                <a:gridCol w="348615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Desired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Actual 예시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작업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Google OAuth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구현과 검증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Password Reset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인수 조건 검증 완료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관찰 범위 내 차이 없음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Dark Mode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지원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일부 화면에 적용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누락 화면 구현과 검증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C2406-FF3F-4AD5-BC39-D8096549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Δ = Desired State − Actual State</a:t>
            </a:r>
          </a:p>
        </p:txBody>
      </p:sp>
    </p:spTree>
    <p:extLst>
      <p:ext uri="{BB962C8B-B14F-4D97-AF65-F5344CB8AC3E}">
        <p14:creationId xmlns:p14="http://schemas.microsoft.com/office/powerpoint/2010/main" val="1515178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77C4EC-B9C8-484C-A22C-E1193899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04 / REQUIREMENT DETAIL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B7E70-58C9-4D42-86B8-0DFE01E3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Google OAuth의 구현 근거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5A0455-576E-4A44-8AF4-78713673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49EC9-B946-4256-A679-21BFE8EF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기대 행동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90210-18C8-490C-BA22-85B5D93F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762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Google 계정으로 로그인할 수 있다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AE4C3F-CC55-4E19-BB7E-F8826B4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EAD7C-F5CA-42D6-BD33-2774256C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051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C1EF4-4BE9-4752-A9F4-0DB06248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0512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src/auth.ts</a:t>
            </a:r>
          </a:p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GoogleLogin.tsx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BB02E0-E081-4224-8BDF-57E35786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FE5EC7-C471-4A26-A33F-CE15FF55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Artifact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055CEB-1A66-468C-B25B-295CC397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/login의 Google Login Button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7ABBD-6DDE-4505-ABFD-E9C8D61F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D89303-1DCB-4264-A943-32CC5CD5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62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C2D2E7-4254-4460-886F-F11770E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버튼 표시와 인증 이동은 통과</a:t>
            </a:r>
          </a:p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Callback 이후 로그인은 미검증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771308-FDB3-4AA4-8447-9C676F79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721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설명용 예시: 일부 검증됨. 전체 동기화 완료 판정은 보류한다.</a:t>
            </a:r>
          </a:p>
        </p:txBody>
      </p:sp>
    </p:spTree>
    <p:extLst>
      <p:ext uri="{BB962C8B-B14F-4D97-AF65-F5344CB8AC3E}">
        <p14:creationId xmlns:p14="http://schemas.microsoft.com/office/powerpoint/2010/main" val="1209064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39E4CB-7240-4B9E-AC23-6D4D8C13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05 / EXECUTION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DF087-147D-4EE1-9093-3A804E858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Agent 실행과 상태 갱신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4E2EBB-31A7-4CE9-965B-98D13186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DABFE-97D6-407F-BB69-1D55B79C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1C37-2E1A-483F-BBBC-61678C2E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4787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요구사항 변경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88660-E47C-49D1-8A4D-08880B0E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4787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Desired를 갱신하고 현재 관찰 상태와 비교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CA5CD-3042-432F-9B27-421846C5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18C9C-AA3A-4B4F-B6AB-E934BA55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5275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영향 범위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D8D291-6B51-484A-BB30-C8E877FB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관련 요구사항, 파일, 화면, 테스트 파악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A4288-8E9E-445E-A752-2E0C60EF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BA531-2747-4FE0-B474-14BB1977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57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구현과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F651A-6981-4927-BC9B-5F6A48C9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57625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코드를 변경한 뒤 테스트와 브라우저로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F4D06-56AC-4081-B085-C05A7F3E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E3437-B7E6-4B00-964B-F853EA2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762500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Actual 갱신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6972F-2669-437E-9993-09E8F9C7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62500"/>
            <a:ext cx="6429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구현 상태와 검증 근거를 기록하고 차이 재평가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8BE1E8-706D-41A7-B9F1-40D5DD94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PRD 수정 후에도 구현과 검증에는 시간이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33508163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90720-EABE-4DFE-9B9F-7460BD0E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06 / STATUS SEMANTICS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CDDFF-9331-4D11-AC57-931685CC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구현 상태와 검증 상태의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CF1496-4945-4A3F-9171-56494995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002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4391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내용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미구현, 부분 구현, 구현됨, 확인 불가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대기, 실행 중, 실패, 완료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미검증, 일부 검증, 통과, 실패, 오래된 근거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동기화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요구사항과 유효한 관찰 근거의 일치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F1E194-24A0-495E-9469-E76D1BF5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Synced는 정해진 요구사항과 관찰 범위에 대한 판정이다.</a:t>
            </a:r>
          </a:p>
        </p:txBody>
      </p:sp>
    </p:spTree>
    <p:extLst>
      <p:ext uri="{BB962C8B-B14F-4D97-AF65-F5344CB8AC3E}">
        <p14:creationId xmlns:p14="http://schemas.microsoft.com/office/powerpoint/2010/main" val="1200271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71DE3-8BA1-4FC1-AD1B-D77CCBE2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07 / EXECUTION ENVIRONMENT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96A92-9A79-49DC-9BC3-CA4732A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Terminal과 Browser의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F12AB-7081-43BF-BF17-88BA0F0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4FBA6-86BE-4995-A98B-C0BF7828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Terminal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7C8F7-6E76-497C-BAEA-B03164D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86AEF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86AEFF"/>
                </a:solidFill>
                <a:latin typeface="Malgun Gothic"/>
                <a:ea typeface="Malgun Gothic"/>
                <a:cs typeface="Malgun Gothic"/>
              </a:rPr>
              <a:t>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5C62F-8641-406A-8EFD-DFDEF661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명령 실행</a:t>
            </a:r>
          </a:p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코드 변경</a:t>
            </a:r>
          </a:p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테스트 실행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97D24-081E-4E13-9849-5186E2D6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90875"/>
            <a:ext cx="485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실행 화면 관찰</a:t>
            </a:r>
          </a:p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사용자 행동 조작</a:t>
            </a:r>
          </a:p>
          <a:p xmlns:a="http://schemas.openxmlformats.org/drawingml/2006/main">
            <a:pPr>
              <a:def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동작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AC1EC-440A-46E9-B57B-B4D9BA2D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ttyd는 CLI 프로세스와 웹 터미널을 연결하는 구현 후보다.</a:t>
            </a:r>
          </a:p>
          <a:p xmlns:a="http://schemas.openxmlformats.org/drawingml/2006/main">
            <a:pPr>
              <a:def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도입 여부와 운영 구성은 후속 결정 사항이다.</a:t>
            </a:r>
          </a:p>
        </p:txBody>
      </p:sp>
    </p:spTree>
    <p:extLst>
      <p:ext uri="{BB962C8B-B14F-4D97-AF65-F5344CB8AC3E}">
        <p14:creationId xmlns:p14="http://schemas.microsoft.com/office/powerpoint/2010/main" val="2182076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61C11E-F522-4E10-93A7-E8F9246D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08 / MVP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ED5C1-2ACE-46F0-9DE9-9E83E976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MVP의 최소 데이터 연결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28C6B-3E74-41E5-8456-B078DB48A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691515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개체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최소 정보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Product / Feature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목적, 기능 ID와 이름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Requirement / Flow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기대 행동, 인수 조건, 사용자 행동 순서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Surface / Implementation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페이지·컴포넌트와 파일·API 참조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Verification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대상, 방법, 결과, 근거 참조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A623B-2B55-464D-9290-48C44010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첫 범위 제안: 로그인 기능 하나의 등록·구현 연결·검증·차이 표시</a:t>
            </a:r>
          </a:p>
        </p:txBody>
      </p:sp>
    </p:spTree>
    <p:extLst>
      <p:ext uri="{BB962C8B-B14F-4D97-AF65-F5344CB8AC3E}">
        <p14:creationId xmlns:p14="http://schemas.microsoft.com/office/powerpoint/2010/main" val="4801622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5005BB-920C-422D-B3F4-A9113B90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09 / EXTENSIONS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C0948-AEF4-497D-AFD6-E201A24E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양방향 변경의 확장 후보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1F01F-2D41-456F-AF8B-17ECDBAD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476250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출발점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제안된 동작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4D98C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남은 결정</a:t>
                      </a:r>
                    </a:p>
                  </a:txBody>
                  <a:tcPr marL="91440" marR="91440" marT="45720" marB="45720">
                    <a:solidFill>
                      <a:srgbClr val="202832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PRD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Desired 변경 후 구현과 검증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시작 조건과 승인 범위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Code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Spec 반영·되돌리기·무시 제안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감지 정확도와 선택 권한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Artifact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UI 선택 후 연결 요구사항 변경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F5F7F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요소 매핑과 여러 후보 처리</a:t>
                      </a:r>
                    </a:p>
                  </a:txBody>
                  <a:tcPr marL="91440" marR="91440" marT="45720" marB="45720">
                    <a:solidFill>
                      <a:srgbClr val="0B0D10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6B28E-CDBF-469D-BB55-C3893B44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F4C95D"/>
                </a:solidFill>
                <a:latin typeface="Malgun Gothic"/>
                <a:ea typeface="Malgun Gothic"/>
                <a:cs typeface="Malgun Gothic"/>
              </a:rPr>
              <a:t>외부 코드 변경을 사용자 의도 변경으로 자동 확정하지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4735552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0D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CDFD8F-3D40-4F74-A9D2-2AB448E4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10 / NEXT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6CB97-15E1-4613-A9CE-B25E40E9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 b="1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다음 검증 범위와 결정 사항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FA3E79-0627-4537-93D5-AE9CC1A9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1507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AAB4C2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FD1CD-7D88-4A0F-9CFA-FC2C6DFD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관찰할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37C5F-0588-46EF-8211-C7814B78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정상 완료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Callback 미검증과 검증 실패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실행 중 요구사항 수정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외부 코드 변경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A064A-13AE-48D3-B36A-AB3FA1BB9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4312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86AE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86AEFF"/>
                </a:solidFill>
                <a:latin typeface="Malgun Gothic"/>
                <a:ea typeface="Malgun Gothic"/>
                <a:cs typeface="Malgun Gothic"/>
              </a:rPr>
              <a:t>결정할 규칙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F7AF1-3931-4304-B17E-79C75E79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차이 계산과 잘못된 연결 수정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검증 근거의 만료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동시 변경과 실패 복구</a:t>
            </a:r>
          </a:p>
          <a:p xmlns:a="http://schemas.openxmlformats.org/drawingml/2006/main">
            <a:pPr>
              <a:def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F5F7FA"/>
                </a:solidFill>
                <a:latin typeface="Malgun Gothic"/>
                <a:ea typeface="Malgun Gothic"/>
                <a:cs typeface="Malgun Gothic"/>
              </a:rPr>
              <a:t>코드 변경·배포 권한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05011-816D-4F7D-86B1-8EFAD707C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4D98C"/>
                </a:solidFill>
                <a:latin typeface="Malgun Gothic"/>
                <a:ea typeface="Malgun Gothic"/>
                <a:cs typeface="Malgun Gothic"/>
              </a:rPr>
              <a:t>성공 기준: 사용자가 충족 여부와 남은 차이를 근거로 판단할 수 있는가</a:t>
            </a:r>
          </a:p>
        </p:txBody>
      </p:sp>
    </p:spTree>
    <p:extLst>
      <p:ext uri="{BB962C8B-B14F-4D97-AF65-F5344CB8AC3E}">
        <p14:creationId xmlns:p14="http://schemas.microsoft.com/office/powerpoint/2010/main" val="13097675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2026-09-21T09:17:43.4130000Z</dcterms:created>
  <dcterms:modified xsi:type="dcterms:W3CDTF">2026-09-21T09:17:43.4130000Z</dcterms:modified>
</coreProperties>
</file>