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3945a7ffd94775" /><Relationship Type="http://schemas.openxmlformats.org/officeDocument/2006/relationships/extended-properties" Target="/docProps/app.xml" Id="R28706a7fdc6f45f0" /><Relationship Type="http://schemas.openxmlformats.org/officeDocument/2006/relationships/officeDocument" Target="/ppt/presentation.xml" Id="R97fd121e7e8645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dee339553443fb"/>
  </p:sldMasterIdLst>
  <p:notesMasterIdLst>
    <p:notesMasterId xmlns:r="http://schemas.openxmlformats.org/officeDocument/2006/relationships" r:id="R3e9bbecf05834fd1"/>
  </p:notesMasterIdLst>
  <p:sldIdLst>
    <p:sldId xmlns:r="http://schemas.openxmlformats.org/officeDocument/2006/relationships" id="256" r:id="R9b453ae0c8b34a25"/>
    <p:sldId xmlns:r="http://schemas.openxmlformats.org/officeDocument/2006/relationships" id="257" r:id="R87933cedba424b41"/>
    <p:sldId xmlns:r="http://schemas.openxmlformats.org/officeDocument/2006/relationships" id="258" r:id="R1900405b7b594d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c18c19b034d1a" /><Relationship Type="http://schemas.openxmlformats.org/officeDocument/2006/relationships/slideMaster" Target="/ppt/slideMasters/slideMaster1.xml" Id="R48dee339553443fb" /><Relationship Type="http://schemas.openxmlformats.org/officeDocument/2006/relationships/notesMaster" Target="/ppt/notesMasters/notesMaster1.xml" Id="R3e9bbecf05834fd1" /><Relationship Type="http://schemas.openxmlformats.org/officeDocument/2006/relationships/presProps" Target="/ppt/presProps.xml" Id="Rbbda0eba936e4f5d" /><Relationship Type="http://schemas.openxmlformats.org/officeDocument/2006/relationships/tableStyles" Target="/ppt/tableStyles.xml" Id="R697876c321524487" /><Relationship Type="http://schemas.openxmlformats.org/officeDocument/2006/relationships/slide" Target="/ppt/slides/slide1.xml" Id="R9b453ae0c8b34a25" /><Relationship Type="http://schemas.openxmlformats.org/officeDocument/2006/relationships/slide" Target="/ppt/slides/slide2.xml" Id="R87933cedba424b41" /><Relationship Type="http://schemas.openxmlformats.org/officeDocument/2006/relationships/slide" Target="/ppt/slides/slide3.xml" Id="R1900405b7b594d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e902d3fe04d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30a9de3562419a" /><Relationship Type="http://schemas.openxmlformats.org/officeDocument/2006/relationships/notesMaster" Target="/ppt/notesMasters/notesMaster1.xml" Id="Redb8d8703268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d9e90512054229" /><Relationship Type="http://schemas.openxmlformats.org/officeDocument/2006/relationships/notesMaster" Target="/ppt/notesMasters/notesMaster1.xml" Id="Rae8abfcfc0fe4f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0a9872e5f742d5" /><Relationship Type="http://schemas.openxmlformats.org/officeDocument/2006/relationships/notesMaster" Target="/ppt/notesMasters/notesMaster1.xml" Id="Rb3c090c333524e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지정한 3장 구조와 핵심 문구를 기준으로 작성. 테마는 /demo/design-to-code의 배경 #0D1611, 본문 #EDF4EF, 강조 #C9F87A. 제품 방향을 설명하는 장표이며 현재 구현 완료나 입증된 경쟁 우위라는 의미는 아니다. Team Work State에는 팀 공간의 논의와 명시적으로 공유한 결과·근거를 연결한다. 개인 Agent의 비공개 대화를 자동 수집한다는 의미가 아니다. 필요한 합의와 사람 검토를 유지한다. 다중 채널 연동 및 영속성은 제품 방향. 참고: https://github.com/jovinus302/Ensemble/pull/69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지정한 3장 구조와 핵심 문구를 기준으로 작성. 테마는 /demo/design-to-code의 배경 #0D1611, 본문 #EDF4EF, 강조 #C9F87A. 제품 방향을 설명하는 장표이며 현재 구현 완료나 입증된 경쟁 우위라는 의미는 아니다. Team Work State에는 팀 공간의 논의와 명시적으로 공유한 결과·근거를 연결한다. 개인 Agent의 비공개 대화를 자동 수집한다는 의미가 아니다. 필요한 합의와 사람 검토를 유지한다. 다중 채널 연동 및 영속성은 제품 방향. 참고: https://github.com/jovinus302/Ensemble/pull/69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지정한 3장 구조와 핵심 문구를 기준으로 작성. 테마는 /demo/design-to-code의 배경 #0D1611, 본문 #EDF4EF, 강조 #C9F87A. 제품 방향을 설명하는 장표이며 현재 구현 완료나 입증된 경쟁 우위라는 의미는 아니다. Team Work State에는 팀 공간의 논의와 명시적으로 공유한 결과·근거를 연결한다. 개인 Agent의 비공개 대화를 자동 수집한다는 의미가 아니다. 필요한 합의와 사람 검토를 유지한다. 다중 채널 연동 및 영속성은 제품 방향. 참고: https://github.com/jovinus302/Ensemble/pull/69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f08c9365046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b82de0b694b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1d33a974a45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8ff17d7ce4b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98bc9ae5c4d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13a72fe3745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C48A277-8AC0-4EE9-BF10-F436C94A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114A72-6EFD-4A12-A6A3-811B16B1D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C6B109A-6835-4909-B311-AC096E78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2C00F19-0E31-4EF4-AB00-E41EDFE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6DB75A-9E5F-4591-B1EB-4563A8355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EF5CEFB-0D31-4623-AA2A-19CA1E4E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8D216E-6D80-4085-90DD-49705CDFF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A44413B-9BA4-4E5A-AE20-C92068A1A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30A9E45-4260-4436-970F-3D407E83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8F6305-F0B7-4C2F-9BA6-ADB3E9641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2C9882-25AF-4191-90AF-8487D48A2E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684CFD-C358-45DF-9AF5-8FBC9CC5AF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7655324-64ED-485D-B4B6-3B5190E1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281ACE-93B1-493C-B6F0-39B8E0AE9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74A982-5244-4FAF-BAEB-582B2DAE98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c2d4f57c754fb1" /><Relationship Type="http://schemas.openxmlformats.org/officeDocument/2006/relationships/slideLayout" Target="/ppt/slideLayouts/slideLayout1.xml" Id="R275aceaaf84a402d" /><Relationship Type="http://schemas.openxmlformats.org/officeDocument/2006/relationships/slideLayout" Target="/ppt/slideLayouts/slideLayout2.xml" Id="R2552630c25524a6a" /><Relationship Type="http://schemas.openxmlformats.org/officeDocument/2006/relationships/slideLayout" Target="/ppt/slideLayouts/slideLayout3.xml" Id="R66a933353af947e7" /><Relationship Type="http://schemas.openxmlformats.org/officeDocument/2006/relationships/slideLayout" Target="/ppt/slideLayouts/slideLayout4.xml" Id="Rb000cde0672846f1" /><Relationship Type="http://schemas.openxmlformats.org/officeDocument/2006/relationships/slideLayout" Target="/ppt/slideLayouts/slideLayout5.xml" Id="R7fe37559deea42de" /><Relationship Type="http://schemas.openxmlformats.org/officeDocument/2006/relationships/slideLayout" Target="/ppt/slideLayouts/slideLayout6.xml" Id="Rd73fdad4b8cd41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5aceaaf84a402d"/>
    <p:sldLayoutId xmlns:r="http://schemas.openxmlformats.org/officeDocument/2006/relationships" id="2147483650" r:id="R2552630c25524a6a"/>
    <p:sldLayoutId xmlns:r="http://schemas.openxmlformats.org/officeDocument/2006/relationships" id="2147483651" r:id="R66a933353af947e7"/>
    <p:sldLayoutId xmlns:r="http://schemas.openxmlformats.org/officeDocument/2006/relationships" id="2147483652" r:id="Rb000cde0672846f1"/>
    <p:sldLayoutId xmlns:r="http://schemas.openxmlformats.org/officeDocument/2006/relationships" id="2147483653" r:id="R7fe37559deea42de"/>
    <p:sldLayoutId xmlns:r="http://schemas.openxmlformats.org/officeDocument/2006/relationships" id="2147483654" r:id="Rd73fdad4b8cd41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3924acc8c4db3" /><Relationship Type="http://schemas.openxmlformats.org/officeDocument/2006/relationships/notesSlide" Target="/ppt/notesSlides/notesSlide1.xml" Id="R152f92e499bb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8203264acb4ae1" /><Relationship Type="http://schemas.openxmlformats.org/officeDocument/2006/relationships/notesSlide" Target="/ppt/notesSlides/notesSlide2.xml" Id="R2c3526bbbcbe45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5c3499eab84c00" /><Relationship Type="http://schemas.openxmlformats.org/officeDocument/2006/relationships/notesSlide" Target="/ppt/notesSlides/notesSlide3.xml" Id="Rf5472f061b4d40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6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7E5B6-3C78-4CDC-B5AF-70BCBE41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Why PM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77E4E-FEDA-4A6A-9290-8312DE8C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D7D1B-C1CD-4C00-B412-125B36CF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Agent Orchestration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AF74F-0EB8-47BE-BF97-994A8C22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rPr>
              <a:t>→ Team Orchestration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A11F5-447A-41FA-9F5D-698DCF0F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기존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8AA12-3FAB-4C56-A2F5-F26611A8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사람이 Agent에게 일을 나누고 결과를 취합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79448-9E36-43A5-B025-AB6209ED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rPr>
              <a:t>Ensemble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F1B26-4178-4492-9E80-D3673CBF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7202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PM Agent가 사람과 Agent 모두의 일을 조율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04C95-7ADC-4288-85D8-9E37DBF6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rPr>
              <a:t>사람과 Agent가 한 팀으로 일하도록</a:t>
            </a:r>
          </a:p>
        </p:txBody>
      </p:sp>
    </p:spTree>
    <p:extLst>
      <p:ext uri="{BB962C8B-B14F-4D97-AF65-F5344CB8AC3E}">
        <p14:creationId xmlns:p14="http://schemas.microsoft.com/office/powerpoint/2010/main" val="459961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6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1E81C-A25C-4E5D-B977-C7777DF6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How people &amp; agents work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47767-9BE3-4C5C-9AFB-974944F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7ADC4-47B3-463C-88E1-C45CCF31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rPr>
              <a:t>사람은 Agent를 직접 사용할 수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BB751-6B06-456A-B998-92514E5E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PM Agent는 모든 실행의 입구가 아니다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B8FA0-BFB5-4BA8-B190-2A54BAC6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Slack / Knox / IDE / Ensemble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7F7C7-5E5F-432D-8526-B846B3FD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사람 ↔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35847-E9A2-412B-955C-75569017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rPr>
              <a:t>Team Work State에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44D4E-695F-40AB-A79C-5C21852B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어디서 시작한 작업이든, 팀에 공유한 결과와 맥락을 연결</a:t>
            </a:r>
          </a:p>
        </p:txBody>
      </p:sp>
    </p:spTree>
    <p:extLst>
      <p:ext uri="{BB962C8B-B14F-4D97-AF65-F5344CB8AC3E}">
        <p14:creationId xmlns:p14="http://schemas.microsoft.com/office/powerpoint/2010/main" val="1480508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6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F709C-DED9-4483-BDFC-E4C996D8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Ensemble’s Moat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36267-854E-4B68-B814-4CB439B0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A22AE-029C-4EF7-BBA8-B3DEBF12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rPr>
              <a:t>Persistent Team Work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11246-8AE5-4E59-A899-EACF894F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EDF4EF"/>
                </a:solidFill>
                <a:latin typeface="Noto Sans CJK KR"/>
                <a:ea typeface="Noto Sans CJK KR"/>
                <a:cs typeface="Noto Sans CJK KR"/>
              </a:rPr>
              <a:t>Context + Tasks + Decisions + Artifacts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EE9FB-BBC8-4BC0-AEFB-99259B8C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어떤 채널에서 시작해도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50CB0-8D39-452E-B4AC-91193761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어떤 사람이 들어와도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993C2-0DB8-4A16-B22B-F551139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A6B9AC"/>
                </a:solidFill>
                <a:latin typeface="Noto Sans CJK KR"/>
                <a:ea typeface="Noto Sans CJK KR"/>
                <a:cs typeface="Noto Sans CJK KR"/>
              </a:rPr>
              <a:t>어떤 Agent를 사용해도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18D85-6AF1-4A7C-B635-26C7219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C9F87A"/>
                </a:solidFill>
                <a:latin typeface="Noto Sans CJK KR"/>
                <a:ea typeface="Noto Sans CJK KR"/>
                <a:cs typeface="Noto Sans CJK KR"/>
              </a:rPr>
              <a:t>이전 작업을 이해하고 이어서 일할 수 있다</a:t>
            </a:r>
          </a:p>
        </p:txBody>
      </p:sp>
    </p:spTree>
    <p:extLst>
      <p:ext uri="{BB962C8B-B14F-4D97-AF65-F5344CB8AC3E}">
        <p14:creationId xmlns:p14="http://schemas.microsoft.com/office/powerpoint/2010/main" val="1879406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2026-10-05T23:36:36.5040000Z</dcterms:created>
  <dcterms:modified xsi:type="dcterms:W3CDTF">2026-10-05T23:36:36.5040000Z</dcterms:modified>
</coreProperties>
</file>